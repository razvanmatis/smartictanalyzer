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5D30E-1D03-4D64-84BD-912A61FCD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18EA52-A51F-4CDC-A706-A4DF1E8C8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429CA5-990C-46A7-9034-E6AE1371A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3D8640-2F36-45FC-B44A-274C2F02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28AB7E-543A-4225-A418-969F36A3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38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E9754-EE8B-4750-9366-4A4798319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B53F81-C34B-4CE7-BD7A-2EEE7ABA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CE7C3E-DC29-404C-A3AE-893945DD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19B094-874A-45D1-AC49-E170CAC1B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B44B8B-6C4C-4F8D-95CB-7EA31C66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372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9D034-A20A-4CB5-BE64-E04EFDC5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3FCC19-D758-43FD-9E73-81BCEA5AD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7F70A-FB88-4ED2-AC06-BAAD8ED1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0CFE8A-A849-4A84-BC7A-60CB6FF5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D99DE4-F6C2-472D-9B65-8ECA6BE1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50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AF196-17CA-4998-91A6-AA3359FE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DBCFCF-59A1-471B-9B86-E5AB461E3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55808B-5C22-4DC8-A605-61C58B4CC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2F7E27-5F30-441A-9771-8283C554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0B9D4E-E573-4DC1-ACCD-EDB3B61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D76CF4-DD04-46CD-9C5E-85C90A8B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63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39C3A-0175-4793-BA84-08FF8CBC5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F87106-ABFE-4D4C-B3D2-90DDCA81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37D9C8-6E62-4909-94FF-B3D0E107A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DA702B-AA93-418A-8ECC-23AB89031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272EAB-83AE-4EE1-8C76-BD2E786EB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E78CA3-1207-46CA-8D24-66262B19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B9A2775-F6C4-4328-9CFB-4E7B236D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85E5BAD-B12A-484E-BDC0-B34661FE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2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FAEFA-7644-415D-8DBF-73F2961B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795CF1-01A5-4569-B46B-ECA52DF80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E8A2E51-D51A-42D9-A813-70D3B525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E09635-A384-4E80-BECD-839C3AF2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55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A13ADF1-53DF-4C93-992F-0D8CA630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9366B9-02DC-4557-B803-BC099DF7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9F6431-05C3-474D-8C6B-DE8C0EC4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80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F8EA10-0176-4C1D-AFB6-F21E9117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7D95E-702A-4D45-8A90-CB5BD7ED6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2ECBC8-403B-4036-852E-195DEADF7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72225-B487-445E-AD88-6557C050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C9D816-B8E3-48CB-A72A-294D5AA0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6ACC9F-9DB5-4497-AE50-D3007469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18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2FCB4-B89D-4240-B077-EEF7DE77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29998C-C0D4-400A-B64B-69F7E2D0D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28671F-4F71-4530-9B1B-98C22F762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6779A3-5D68-448F-8EE4-A58712B6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D1B314-D9E1-42BF-A759-3343D6BA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71EADE-E8DD-4CF1-9E5A-9F40D96E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666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ACE29-75C5-40D9-B795-3DD0C353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164463-4E75-4D1E-8080-E001C4C9F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4F3A57-D295-4AE7-AF6E-31FFF774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1262DB-99D8-4310-AD0B-9F091FAB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3D5E59-EABB-4706-B004-DF1717FC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854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8B5EED-8A7B-4333-BD40-A618E2B8B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31B47F-BC16-43D2-BF1A-0B27CB40F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84A80B-7CFD-4D8D-A0A4-A873D143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92C6ED-8C09-43D3-A798-E8C9F8C6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CDC5A1-27BC-43AA-AAE2-0D88FB32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89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FD2F86-6677-4327-9F0F-060283FCC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C75B04-453D-4B90-A9BF-EAEDDFF10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C77737-0867-4F47-8663-087936505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8916F-3FB4-4AB9-AA22-E2C7BA8520FD}" type="datetimeFigureOut">
              <a:rPr lang="de-DE" smtClean="0"/>
              <a:t>10.05.2021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89F8D9-2AF6-4743-8CDA-634DFC6E4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529F70-F972-4FB7-8158-D5EEBB845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7B8CD-A629-4019-A55D-B886731F9C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80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2FBD23-2A6C-4C99-B083-261FF6A8A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281" y="1122363"/>
            <a:ext cx="11820088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design and realization of a graphical tool for determining the test coverage of digital circuit diagrams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98EF81-FB6E-4EBB-AB87-D211B2DE2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Master-Thesis </a:t>
            </a:r>
            <a:r>
              <a:rPr lang="en-US" dirty="0" err="1"/>
              <a:t>Präsentation</a:t>
            </a:r>
            <a:r>
              <a:rPr lang="en-US" dirty="0"/>
              <a:t> von</a:t>
            </a:r>
          </a:p>
          <a:p>
            <a:r>
              <a:rPr lang="en-US" dirty="0"/>
              <a:t>Razvan Matis</a:t>
            </a:r>
          </a:p>
          <a:p>
            <a:r>
              <a:rPr lang="en-US" dirty="0" err="1"/>
              <a:t>Matr</a:t>
            </a:r>
            <a:r>
              <a:rPr lang="en-US" dirty="0"/>
              <a:t>. Nr.: 2403005</a:t>
            </a:r>
          </a:p>
        </p:txBody>
      </p:sp>
    </p:spTree>
    <p:extLst>
      <p:ext uri="{BB962C8B-B14F-4D97-AF65-F5344CB8AC3E}">
        <p14:creationId xmlns:p14="http://schemas.microsoft.com/office/powerpoint/2010/main" val="534785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Conceptual design and realization of a graphical tool for determining the test coverage of digital circuit diagrams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Conceptual design and realization of a graphical tool for determining the test coverage of digital circuit diagrams</dc:title>
  <dc:creator>Matis Razvan</dc:creator>
  <cp:lastModifiedBy>Matis Razvan</cp:lastModifiedBy>
  <cp:revision>1</cp:revision>
  <dcterms:created xsi:type="dcterms:W3CDTF">2021-05-10T13:55:15Z</dcterms:created>
  <dcterms:modified xsi:type="dcterms:W3CDTF">2021-05-10T13:55:35Z</dcterms:modified>
</cp:coreProperties>
</file>